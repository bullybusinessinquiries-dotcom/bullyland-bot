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BULLYLAND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Analytics Report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BULLYLAND Bot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MONTH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Big numbers, no fluff.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34340" y="1828800"/>
            <a:ext cx="1965960" cy="201168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" y="1828800"/>
            <a:ext cx="1965960" cy="54864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MESSAGES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71500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vs prior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1828800"/>
            <a:ext cx="1965960" cy="201168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7460" y="1828800"/>
            <a:ext cx="1965960" cy="54864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462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MEMBERS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7462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4620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joined / 0 left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0580" y="1828800"/>
            <a:ext cx="1965960" cy="201168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0580" y="1828800"/>
            <a:ext cx="1965960" cy="54864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774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USED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774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77740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0 commands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3700" y="1828800"/>
            <a:ext cx="1965960" cy="201168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43700" y="1828800"/>
            <a:ext cx="1965960" cy="54864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0860" y="2057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PLAYED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80860" y="24688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80860" y="3337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game types active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 across the server in March 2026.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happened, and why.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5720" cy="256032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data: 0 messages (+0% vs prior). Net members: +0.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691640"/>
            <a:ext cx="2560320" cy="118872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GROWTH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DE8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+0%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126480" y="3063240"/>
            <a:ext cx="2560320" cy="118872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RETENTION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364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0%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THEY SHOW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Activity by hour and day.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71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039112" y="1371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00984" y="1371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62856" y="1371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24728" y="1371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86600" y="1371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054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383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712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9868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5336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0804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76272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91740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07208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22676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38144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53612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4548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5484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30952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46420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61888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7356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92824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8292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39228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4696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70164" y="169164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29868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5336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60804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76272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91740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07208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22676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38144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53612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69080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84548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0016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15484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30952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46420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61888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7356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92824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08292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23760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39228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54696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70164" y="202082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4400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229868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45336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860804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76272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91740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07208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22676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38144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53612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069080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84548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00016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015484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30952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46420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61888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77356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92824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908292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23760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39228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854696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70164" y="2350008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4400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29868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545336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860804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176272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491740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807208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22676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38144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753612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69080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384548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00016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15484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30952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646420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961888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77356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592824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08292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23760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539228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54696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70164" y="2679192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14400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229868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545336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860804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76272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91740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807208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22676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438144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753612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069080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84548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00016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15484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330952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646420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61888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77356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592824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908292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223760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539228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854696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170164" y="3008376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14400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229868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45336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860804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176272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491740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07208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122676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438144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753612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069080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384548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700016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015484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30952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646420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961888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277356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592824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908292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223760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539228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854696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170164" y="3337560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4400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229868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545336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860804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176272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91740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807208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122676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438144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753612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069080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384548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700016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015484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330952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46420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961888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277356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592824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908292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223760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539228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854696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170164" y="3666744"/>
            <a:ext cx="288036" cy="292608"/>
          </a:xfrm>
          <a:prstGeom prst="rect">
            <a:avLst/>
          </a:prstGeom>
          <a:solidFill>
            <a:srgbClr val="1A1A1A"/>
          </a:solidFill>
          <a:ln w="6350">
            <a:solidFill>
              <a:srgbClr val="0A0A0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91440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1371600" y="4315968"/>
            <a:ext cx="201168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600200" y="4315968"/>
            <a:ext cx="201168" cy="182880"/>
          </a:xfrm>
          <a:prstGeom prst="rect">
            <a:avLst/>
          </a:prstGeom>
          <a:solidFill>
            <a:srgbClr val="532E1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828800" y="4315968"/>
            <a:ext cx="201168" cy="182880"/>
          </a:xfrm>
          <a:prstGeom prst="rect">
            <a:avLst/>
          </a:prstGeom>
          <a:solidFill>
            <a:srgbClr val="8D431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057400" y="4315968"/>
            <a:ext cx="201168" cy="182880"/>
          </a:xfrm>
          <a:prstGeom prst="rect">
            <a:avLst/>
          </a:prstGeom>
          <a:solidFill>
            <a:srgbClr val="C6571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286000" y="4315968"/>
            <a:ext cx="201168" cy="182880"/>
          </a:xfrm>
          <a:prstGeom prst="rect">
            <a:avLst/>
          </a:prstGeom>
          <a:solidFill>
            <a:srgbClr val="FF6B1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56032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</a:t>
            </a:r>
            <a:endParaRPr lang="en-US" sz="800" dirty="0"/>
          </a:p>
        </p:txBody>
      </p:sp>
      <p:sp>
        <p:nvSpPr>
          <p:cNvPr id="192" name="Text 190"/>
          <p:cNvSpPr/>
          <p:nvPr/>
        </p:nvSpPr>
        <p:spPr>
          <a:xfrm>
            <a:off x="502920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hour: SUN 00:00 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to build next.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recommendations from this month's data.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FORECAST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Where this is headed.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32004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30 DAYS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unavailable — check ANTHROPIC_API_KEY.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21212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54864" cy="32004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12 MONTHS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Built for the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BULLYLAND community.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•  Generated automatically by BULLYLAND Bot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BULLYLAND Analytics — March 2026</dc:title>
  <dc:subject>PptxGenJS Presentation</dc:subject>
  <dc:creator>BULLYLAND Bot</dc:creator>
  <cp:lastModifiedBy>BULLYLAND Bot</cp:lastModifiedBy>
  <cp:revision>1</cp:revision>
  <dcterms:created xsi:type="dcterms:W3CDTF">2026-04-26T12:49:15Z</dcterms:created>
  <dcterms:modified xsi:type="dcterms:W3CDTF">2026-04-26T12:49:15Z</dcterms:modified>
</cp:coreProperties>
</file>